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622A"/>
          </a:solidFill>
          <a:ln w="12700">
            <a:solidFill>
              <a:srgbClr val="B462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486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430"/>
                </a:solidFill>
              </a:rPr>
              <a:t>Fernweh Wayfarer</a:t>
            </a:r>
            <a:endParaRPr lang="en-US" sz="3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66560" y="1737360"/>
            <a:ext cx="4754880" cy="3383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173736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F4B"/>
                </a:solidFill>
              </a:rPr>
              <a:t>A travel camera for people who want the photo, not the feed.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622A"/>
                </a:solidFill>
              </a:rPr>
              <a:t>Fernweh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622A"/>
          </a:solidFill>
          <a:ln w="12700">
            <a:solidFill>
              <a:srgbClr val="B462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486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Why now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3F4B"/>
                </a:solidFill>
              </a:rPr>
              <a:t>Phone cameras are good enough that the gap is no longer image quality — it's attention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3F4B"/>
                </a:solidFill>
              </a:rPr>
              <a:t>1,400 units pre-sold before a single ad ran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3F4B"/>
                </a:solidFill>
              </a:rPr>
              <a:t>CAC of $38 against a $249 AOV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622A"/>
                </a:solidFill>
              </a:rPr>
              <a:t>Fernweh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622A"/>
          </a:solidFill>
          <a:ln w="12700">
            <a:solidFill>
              <a:srgbClr val="B462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486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The product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66560" y="1554480"/>
            <a:ext cx="4754880" cy="3383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622A"/>
                </a:solidFill>
              </a:rPr>
              <a:t>Fernweh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622A"/>
          </a:solidFill>
          <a:ln w="12700">
            <a:solidFill>
              <a:srgbClr val="B462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486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The ask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3F4B"/>
                </a:solidFill>
              </a:rPr>
              <a:t>Raising $1.2M to fund the second production run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3F4B"/>
                </a:solidFill>
              </a:rPr>
              <a:t>18-month runway at current burn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3F4B"/>
                </a:solidFill>
              </a:rPr>
              <a:t>Use of funds: inventory (60%), team (25%), marketing (15%)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622A"/>
                </a:solidFill>
              </a:rPr>
              <a:t>Fernweh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Fernweh Wayfarer</dc:title>
  <dc:subject>PptxGenJS Presentation</dc:subject>
  <dc:creator>Fernweh</dc:creator>
  <cp:lastModifiedBy>Fernweh</cp:lastModifiedBy>
  <cp:revision>1</cp:revision>
  <dcterms:created xsi:type="dcterms:W3CDTF">2026-09-04T10:53:20Z</dcterms:created>
  <dcterms:modified xsi:type="dcterms:W3CDTF">2026-09-04T10:53:20Z</dcterms:modified>
</cp:coreProperties>
</file>