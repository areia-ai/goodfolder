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</a:rPr>
              <a:t>Q3 Board Update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B"/>
                </a:solidFill>
              </a:rPr>
              <a:t>Revenue steady, hosting cost per folder down again, renewal cliff unchanged.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69AA"/>
                </a:solidFill>
              </a:rPr>
              <a:t>Hollow Peak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Net revenue by month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554480"/>
            <a:ext cx="47548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69AA"/>
                </a:solidFill>
              </a:rPr>
              <a:t>Hollow Peak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Hosting cost per active folder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554480"/>
            <a:ext cx="47548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69AA"/>
                </a:solidFill>
              </a:rPr>
              <a:t>Hollow Peak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What's next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Close out the August invoice before finalizing the figure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Decide whether the January renewal cliff belongs in the front matter or the appendix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Confirm chart colours print correctly for the physical board copies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69AA"/>
                </a:solidFill>
              </a:rPr>
              <a:t>Hollow Peak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Board Update</dc:title>
  <dc:subject>PptxGenJS Presentation</dc:subject>
  <dc:creator>Hollow Peak</dc:creator>
  <cp:lastModifiedBy>Hollow Peak</cp:lastModifiedBy>
  <cp:revision>1</cp:revision>
  <dcterms:created xsi:type="dcterms:W3CDTF">2026-09-04T10:53:19Z</dcterms:created>
  <dcterms:modified xsi:type="dcterms:W3CDTF">2026-09-04T10:53:19Z</dcterms:modified>
</cp:coreProperties>
</file>