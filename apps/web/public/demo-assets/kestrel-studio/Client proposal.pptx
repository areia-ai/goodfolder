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486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430"/>
                </a:solidFill>
              </a:rPr>
              <a:t>Meridian House — Renovation Proposal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7373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F4B"/>
                </a:solidFill>
              </a:rPr>
              <a:t>A full renovation of the existing structure, preserving the original massing while opening the ground floor to natural light.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3F4B"/>
                </a:solidFill>
              </a:rPr>
              <a:t>Kestrel Studio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486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Entrance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66560" y="1554480"/>
            <a:ext cx="4754880" cy="3383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3F4B"/>
                </a:solidFill>
              </a:rPr>
              <a:t>Kestrel Studio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486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Hallway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66560" y="1554480"/>
            <a:ext cx="4754880" cy="3383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3F4B"/>
                </a:solidFill>
              </a:rPr>
              <a:t>Kestrel Studio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486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Timeline &amp; budget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3F4B"/>
                </a:solidFill>
              </a:rPr>
              <a:t>Demolition and structural work: weeks 1-6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3F4B"/>
                </a:solidFill>
              </a:rPr>
              <a:t>Systems (electrical, plumbing): weeks 5-10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3F4B"/>
                </a:solidFill>
              </a:rPr>
              <a:t>Finishes and closeout: weeks 10-14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3F4B"/>
                </a:solidFill>
              </a:rPr>
              <a:t>Total budget: $221,000, see Renovation budget.xlsx for the line-item breakdown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3F4B"/>
                </a:solidFill>
              </a:rPr>
              <a:t>Kestrel Studio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Meridian House — Renovation Proposal</dc:title>
  <dc:subject>PptxGenJS Presentation</dc:subject>
  <dc:creator>Kestrel Studio</dc:creator>
  <cp:lastModifiedBy>Kestrel Studio</cp:lastModifiedBy>
  <cp:revision>1</cp:revision>
  <dcterms:created xsi:type="dcterms:W3CDTF">2026-09-04T10:53:20Z</dcterms:created>
  <dcterms:modified xsi:type="dcterms:W3CDTF">2026-09-04T10:53:20Z</dcterms:modified>
</cp:coreProperties>
</file>