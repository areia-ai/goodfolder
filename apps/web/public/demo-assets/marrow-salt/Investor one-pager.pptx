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622A"/>
          </a:solidFill>
          <a:ln w="12700">
            <a:solidFill>
              <a:srgbClr val="B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430"/>
                </a:solidFill>
              </a:rPr>
              <a:t>Marrow &amp; Salt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B"/>
                </a:solidFill>
              </a:rPr>
              <a:t>An independent bakery and restaurant opening a second location, funded by the winter menu's early performance.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622A"/>
                </a:solidFill>
              </a:rPr>
              <a:t>Marrow &amp; Salt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622A"/>
          </a:solidFill>
          <a:ln w="12700">
            <a:solidFill>
              <a:srgbClr val="B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The room</a:t>
            </a:r>
            <a:endParaRPr lang="en-US" sz="2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66560" y="1554480"/>
            <a:ext cx="47548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622A"/>
                </a:solidFill>
              </a:rPr>
              <a:t>Marrow &amp; Salt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622A"/>
          </a:solidFill>
          <a:ln w="12700">
            <a:solidFill>
              <a:srgbClr val="B462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657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Unit economics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Average check: $34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Food cost: 29% of menu price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A3F4B"/>
                </a:solidFill>
              </a:rPr>
              <a:t>Break-even at 62 covers/day; currently averaging 71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622A"/>
                </a:solidFill>
              </a:rPr>
              <a:t>Marrow &amp; Salt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Marrow &amp; Salt</dc:title>
  <dc:subject>PptxGenJS Presentation</dc:subject>
  <dc:creator>Marrow &amp; Salt</dc:creator>
  <cp:lastModifiedBy>Marrow &amp; Salt</cp:lastModifiedBy>
  <cp:revision>1</cp:revision>
  <dcterms:created xsi:type="dcterms:W3CDTF">2026-09-04T10:53:20Z</dcterms:created>
  <dcterms:modified xsi:type="dcterms:W3CDTF">2026-09-04T10:53:20Z</dcterms:modified>
</cp:coreProperties>
</file>